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.png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6645" y="6336030"/>
            <a:ext cx="67056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图片 2" descr="Snipaste_2026-08-05_17-32-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3945" y="6555105"/>
            <a:ext cx="556260" cy="2362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图片 2" descr="Snipaste_2026-08-05_17-32-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995" y="6361430"/>
            <a:ext cx="556260" cy="2362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635" y="3316605"/>
            <a:ext cx="6035040" cy="10344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图片 2" descr="Snipaste_2026-08-05_17-32-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195" y="6541135"/>
            <a:ext cx="607060" cy="2362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图片 2" descr="Snipaste_2026-08-05_17-32-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835" y="6499860"/>
            <a:ext cx="556260" cy="2362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图片 2" descr="Snipaste_2026-08-05_17-32-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835" y="6519545"/>
            <a:ext cx="556260" cy="2362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图片 2" descr="Snipaste_2026-08-05_17-32-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3310" y="6541135"/>
            <a:ext cx="556260" cy="236220"/>
          </a:xfrm>
          <a:prstGeom prst="rect">
            <a:avLst/>
          </a:prstGeom>
        </p:spPr>
      </p:pic>
      <p:pic>
        <p:nvPicPr>
          <p:cNvPr id="4" name="图片 3" descr="Snipaste_2026-08-04_16-29-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710" y="2425065"/>
            <a:ext cx="5297805" cy="30613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图片 2" descr="Snipaste_2026-08-05_17-32-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155" y="6551295"/>
            <a:ext cx="556260" cy="2362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4740" y="922655"/>
            <a:ext cx="1594485" cy="147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图片 2" descr="Snipaste_2026-08-05_17-32-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2675" y="6530340"/>
            <a:ext cx="556260" cy="2362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4740" y="922655"/>
            <a:ext cx="1594485" cy="147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图片 4" descr="Snipaste_2026-08-05_17-32-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6540500"/>
            <a:ext cx="556260" cy="2362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4740" y="922655"/>
            <a:ext cx="1594485" cy="1473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55" y="6406515"/>
            <a:ext cx="2310130" cy="2654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5690" y="6480810"/>
            <a:ext cx="650875" cy="2622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黒涩兲空</cp:lastModifiedBy>
  <cp:revision>3</cp:revision>
  <dcterms:created xsi:type="dcterms:W3CDTF">2013-01-27T09:14:00Z</dcterms:created>
  <dcterms:modified xsi:type="dcterms:W3CDTF">2026-08-05T10:21:39Z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03FA3CE9B6724D5AA4BA706E85DABA82_12</vt:lpwstr>
  </property>
</Properties>
</file>